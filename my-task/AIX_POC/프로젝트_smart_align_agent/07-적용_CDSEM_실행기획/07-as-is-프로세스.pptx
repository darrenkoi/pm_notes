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As-Is 프로세스 정의 · Activity Flow (Work / Event)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3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프로세스 정의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CD-SEM Recipe Creation 셋업: 측정 의뢰(Event)를 받아 신규 Recipe를 만들고, 시험측정에서 발생하는 패턴 오인식·좌표 오류를 통과 기준까지 수정·재측정하여 Recipe DB에 등록하는 업무.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현재 ①~⑦ 전 단계를 🧑 사람이 수동 수행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병목 ③·④·⑥,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최대 병목 ⑥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(시험측정↔수정 반복 루프).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3287"/>
            <a:ext cx="11185855" cy="2300858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900">
                <a:solidFill>
                  <a:srgbClr val="262626"/>
                </a:solidFill>
                <a:latin typeface="Consolas"/>
              </a:rPr>
              <a:t> ◆[Start] 측정 의뢰서 접수(MIDAS·PPT)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│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▼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[🧑① 대상확인] → [🧑② 생성·로드] → [🧑③ 패턴등록 ◀병목] → [🧑④ 좌표·박스 ◀병목] → [🧑⑤ 이미징조건]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                                                                                    │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┌─────────────────────────────────────────────────────────────────────────────────────┘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▼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[🧑⑥ 시험측정 Try ◀최대병목]  ──◆ 통과 미달 ──▶  [오인식·좌표 수정 → 재측정]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    ▲                                                      │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    └────────────────────[ 반복 루프 ]─────────────────────┘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│ ◆ 통과 충족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▼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[🧑⑦ 저장·검증]  ──▶  ◆[End] Recipe DB 등록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33873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Work / Event 기록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활동(Work, 🧑 박스)은 사람 수행 단위, 이벤트(◆)는 활동의 시작·분기·종료를 일으키는 상태 변화다.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733160"/>
          <a:ext cx="11185852" cy="2110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노드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◆ Event (Start)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의뢰서 접수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공정·소자 엔지니어가 MIDAS에 의뢰서(현 PPT) 등록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프로세스 착수 트리거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▢ Work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①~⑤ 셋업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대상 확인 → 생성·로드 → 패턴 등록 → 좌표·박스 → 이미징 조건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③④ 병목, 전부 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◆ Event (Gateway)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통과 기준 판정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시험측정 결과 통과/미달 분기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미달 시 ⑥ 반복 루프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▢ Work (최대 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⑥ Try·수정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공정 variation 이미지 차이로 오인식·좌표 오류 수정 → 재측정 반복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s₆ 최대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◆ Event (End)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DB 등록 완료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⑦ 저장·검증 후 Recipe DB 등록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프로세스 종료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As-Is 각 Activity 상세 (소요시간 · 사용 시스템)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소요시간(s₁..s₇)·사용 시스템을 고정 — 백데이터(#08·#05·#10)의 before 값. s₆(⑥ 반복) 최대, 합계 ΣS = 1건당 리드타임.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33727"/>
          <a:ext cx="11185852" cy="2959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단계 (Activity)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소요시간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사용 시스템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 ① 측정 대상 확인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도면·스펙 검토로 측정 레이어/패턴 파악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MIDAS(의뢰서)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 ② Recipe 생성·로드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신규 Recipe 생성, 웨이퍼/샘플 로드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 ③ 패턴 등록 (병목)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Alignment/Addressing 포인트 수동 등록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 ④ 좌표·박스 설정 (병목)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측정 포인트(EP) 좌표·박스·알고리즘 수동 설정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 ⑤ 이미징 조건 설정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배율·전압·FOV 등 설정 (ref 없으면 협의)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장비 GUI / Recipe DB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 ⑥ 시험측정·오인식 수정 (최대 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공정 variation 이미지 차이로 패턴 실패·좌표 오류 → 수정 → 재측정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반복 루프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s₆ (최대)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CD-SEM 장비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 ⑦ 저장·검증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Recipe 저장·등록 → 검증 (누락 시 후공정 전파 위험)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장비 GUI / Recipe DB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As-Is 셋업 리드타임 (1건당)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ΣS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02869"/>
            <a:ext cx="11185855" cy="60985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백데이터 연결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소요시간 → #08 before 값 · #05 ΔS=ΣS−ΣS′ As-Is 항 · #10 기대효과 근거 / 사용 시스템 → #09 제약(장비 SW 버전 의존) 출처.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#06 스코프 구분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: 06의 주 400건·5분 은 ⑥ 중 Align fail 1차 PoC 슬라이스(측정의 10%) 실측, 본 s₆/ΣS 는 전체 셋업 1건 시간 → 곱하지 않고 1차 PoC ⊂ 전체 셋업 포함관계로 별도 계산.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