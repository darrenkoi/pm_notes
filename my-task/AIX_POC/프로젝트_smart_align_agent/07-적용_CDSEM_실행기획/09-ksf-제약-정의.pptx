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KSF 매트릭스 (4관점 × 핵심성공요소·장애요인·선결조건·적용기술)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To-Be(#08)가 작동하려면 4관점(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업무 프로세스·데이터·시스템/인프라·조직 문화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)에서 무엇이 선결돼야 하는가를 박제한다 —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반드시 충족돼야 작동하는 must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위주(있으면 좋은 것 아님). 장애 요인 열은 #10 리스크 게이트(🚦) 입력.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5" cy="2241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핵심 성공요소 (KSF)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장애 요인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조건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기술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업무 프로세스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②~⑥ 연속 수행 + 예외 시 기준대로 사람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좌표 재정합 잔존 오류 · 예외 기준 모호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신뢰도 임계 τ·재시도 r 정의 + ⑦ 승인 게이트 확정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신뢰도 룰엔진 · 핸드오프 오케스트레이션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이미지·ref recipe·라벨 충분 확보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배율·노이즈 편차 · 라벨 공수 · 사내문서 99%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DRM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숙련 엔지니어 라벨 + 스크린샷→VLM 추출 파이프라인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추출 · BGE-M3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시스템·인프라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GUI 자동제어 안정 + VLM 추론 자원 확보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SW 버전 의존 · GPU 한계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외부 LLM API 차단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사내 Qwen3-VL 엔드포인트 · GPU 서버 · 섀도우 환경 · 안전 인터록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Qwen3-VL-8B/30B ·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조직 문화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신뢰 + 현장 수용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직접 제어 거부감 · 검증 권한 귀속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사람 최종승인 유지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· 운영팀 협업 · 단계적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설명가능 리포트 · HITL 승인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74247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정합성 박제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조직 문화 선결 「⑦ 사람 최종승인 유지」 = #08 To-Be 🧑 레인과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동일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(불일치 = 설계 오류) / 장애 요인 열 = #10 리스크 게이트(🚦) 입력 / 적용 기술 LLM은 전부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사내 OpenAI-호환 엔드포인트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(외부 API 없음).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선결 우선순위 (#1~#4) + 안전·보안·감사 보강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무엇을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먼저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검증·확보할지 순서.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#1은 다른 모든 선결의 전제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안 되면 #2~#4를 채워도 ⑥ 자동화가 성립하지 않는다.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62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성격 · 연결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재정합 정확도 (τ)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최대 리스크 · ⑥ 자동화 성립 여부 자체 =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Phase0 PoC 검증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(04 S12·05), 실 장비 영향 0 섀도우, 미달 시 재설계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GUI 자동제어(computer-use) 안정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무중단 · 장비 SW 버전 의존성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핸드오프 기준 (예외 임계 τ/r)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"어느 오인식부터 사람에게 넘기나" 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신뢰·수용 (현장 도입)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신뢰 + 운영팀 협업 + 단계적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6460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■ 안전·보안·감사 보강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(VLM이 장비를 직접 제어하는 과제이므로 필수)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763895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안전 인터록·롤백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 웨이퍼·라인 영향 동작은 인터록 사전 차단 + 오제어 즉시 롤백 (섀도우/오프라인 우선 검증)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사고 책임소재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 오작동 시 책임자·대응 절차 사전 지정 (&lt;담당 임원&gt;·운영팀, #10 RACI 연결)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보안 승인·감사 추적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DRM→VLM 경로 유출 점검 + 사내 엔드포인트 격리·접근로그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보안팀 승인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, AI 판정은 모델 버전과 함께 감사 로그로 재현 가능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05191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τ(재정합 정확도)·r(재시도)·s/s′(소요시간)·N(처리량)은 캠프/PoC에서 엔지니어 확정 placeholder — 본 장표는 변수와 검증 순서만 고정한다.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