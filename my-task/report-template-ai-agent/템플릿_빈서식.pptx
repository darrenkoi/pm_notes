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&lt;인사 + 우리 부서가 상반기 로드맵에서 맡은 AI Agent 과제를 한 문장으로 소개&gt;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&lt;표를 훑으며 정상/지연 과제를 각각 한 마디로. 지연 과제는 사유를 담담하게&gt;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&lt;As-Is의 아픔 → To-Be로 어떻게 풀었나 → 증거 수치 한 방&gt;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&lt;가장 큰 리스크 하나 + 하반기에 반드시 넘길 마일스톤 하나로 마무리&gt;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부서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&lt;부서명&gt;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 임원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&lt;직책 / 성명&gt;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&lt;YYYY-MM-DD&gt;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리뷰 대상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2026 상반기 로드맵 이행 현황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상반기 로드맵 이행 총괄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3" cy="113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7979"/>
                <a:gridCol w="1597979"/>
                <a:gridCol w="1597979"/>
                <a:gridCol w="1597979"/>
                <a:gridCol w="1597979"/>
                <a:gridCol w="1597979"/>
                <a:gridCol w="1597979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과제명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H1 계획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실적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이행도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미달 사유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하반기 방향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&lt;과제 1&gt;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&lt;상반기 목표&gt;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&lt;실제 달성&gt;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&lt;%&gt;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&lt;🟢/🟡/🔴&gt;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&lt;미달 시 사유 / 달성이면 —&gt;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&lt;다음 반기 방향 한 줄&gt;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&lt;과제 2&gt;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&lt;상반기 목표&gt;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&lt;실제 달성&gt;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&lt;%&gt;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&lt;🟢/🟡/🔴&gt;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&lt;—&gt;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&lt;방향 한 줄&gt;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&lt;필요 시 행 추가&gt;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475736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총평: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&lt;부서 전체 이행을 한 문장으로 — 예: "N개 과제 중 M개 정상 이행, K개 지연"&gt;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대표 과제 심화 — &lt;대표 과제명&gt;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한 줄 요약: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&lt;이 과제가 무엇을 자동화/개선하는가&gt;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As-Is (도입 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&lt;기존 방식과 문제 — 수작업 의존, 병목 등&gt;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To-Be (도입 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&lt;에이전트 적용 후 달라진 일하는 방식&gt;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증거: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&lt;핵심 지표 전→후 (예: 주 400건 → 0건) / 화면 캡처 / 정성 근거. 미측정이면 &lt;측정 예정&gt;&gt;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vs 계획: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&lt;상반기 계획 대비 지금 어디까지 — 예: "계획 PoC 완료, 상용 이관은 하반기"&gt;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이슈·리스크 · 하반기 중점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주요 이슈·리스크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&lt;실행상 걸림돌 1 — 예: 데이터 품질, 현장 수용성, 기술 한계&gt;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&lt;걸림돌 2&gt;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하반기 중점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&lt;로드맵 관점에서 다음 반기 우선순위 1&gt;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087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&lt;우선순위 2&gt;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