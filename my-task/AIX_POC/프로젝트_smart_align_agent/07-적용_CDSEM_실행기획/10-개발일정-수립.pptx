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분기 칸반 보드 (Q1~Q4 × 테마, 🚦게이트 · 👤변화관리)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목표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1년(2027) ·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단위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분기(Q1~Q4) ·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DoD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운영 이관/제한 파일럿 통과.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Q1에 최대 리스크 PoC를 배치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해 Stage-Gate(G0)로 먼저 친다. 테마 레인은 #09 KSF 4관점과 1:1.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600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테마 (레인)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Q1 — Phase0 PoC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(재정합·KSF#1)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Q2 — Phase1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(단일 layer ②~⑤)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Q3 — Phase2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(⑥ 본격+핸드오프)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Q4 — Phase3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(확장·이관)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프로세스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(↔업무)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확정·임계 θ/τ/r 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자동 수행·⑦ 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재정합+예외 핸드오프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이관·SOP·MIDAS 연계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 수집·숙련자 라벨·hard 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캡처+VLM 추출 파이프라인·BGE-M3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데이터셋 확장·핸드오프 피드백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데이터 축적·재학습셋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모델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(↔시스템)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PoC (8B vs 30B 비교)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computer-use 통합(②~⑤)·GUI 연동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30B 정밀(⑥)·신뢰도 룰엔진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일반화·8B 경량화·layer 확장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섀도우 환경·측정 프로토콜(τ/s/r/N)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E2E 오프라인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예외 핸드오프·수용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파일럿(실장비)·회귀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G0 Stage-Gate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👤 변화관리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운영팀 협업·엔지니어 신뢰·HITL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전 구간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상시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──▶ (Execution)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3333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범례 — 모델 레인 ②~⑥ = #08 To-Be 적용범위 일치(Q2=②~⑤, Q3=⑥), 불일치=설계오류.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완전자동화 아님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⑦ 사람 승인은 Q2부터 끝까지 유지. 변화관리는 분기에 가두지 않는 가로 레인.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🚦 게이트 레인 (G0~G3) + 실행 로드맵 (오너십·RACI·Kill)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분기말 게이트 =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다음 분기 자원 투입 결정점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(일정 아님).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G0가 핵심 안전장치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좌표 재정합(KSF#1)이 안 되면 GUI 제어가 완벽해도 ⑥ 자동화는 성립하지 않으므로, Q1 끝에서 싸고 빠르게 판단한다.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5" cy="2034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통과 →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미달 →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G0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(Stage-Gate)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Q1말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Phase0 PoC: P95 오차 ≤ τ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그리고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오인식 recall ≥ 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Q2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(GUI 제어 통합)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과제 재설계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— fine-tune/전용 vision/hybrid (자원 투입 전 중단)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Q2말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②~⑤ E2E 오프라인 통과·⑦ 승인 동작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Q3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(⑥ 본격)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layer/패턴 좁혀 진행 + 원인 분석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Q3말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재정합+예외 핸드오프 수용 게이트(recall/false-alarm)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Q4 착수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(확장·이관)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핸드오프 임계 τ/r 재조정 후 재검증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🚦 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Q4말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 회귀 통과·운영 SOP 정립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이관·확장 결정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파일럿 범위 유지·안정화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6755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실행 로드맵 노트 (오너십 · RACI · Kill)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66841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오너십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Champion=&lt;담당 임원&gt;(A) · 워크스트림 리드(R): 프로세스·데이터·AI모델·Test·변화관리 각 &lt;리드&gt;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RACI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워크스트림 리드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Champion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데이터/모델 오너·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보안 승인자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·운영팀 ·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I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현업 엔지니어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Kill 기준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게이트 재설계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누적 2회 초과 → 재설계 아닌 과제 중단(Kill)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, 결정=Champion (좀비 과제 자원 잠식 방지)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08137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소요·인력·τ/s/r/N·&lt;담당 임원&gt;·&lt;리드&gt;는 캠프/PoC에서 엔지니어 확정 placeholder — 본 장표는 순서·게이트·오너십 구조만 고정한다.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