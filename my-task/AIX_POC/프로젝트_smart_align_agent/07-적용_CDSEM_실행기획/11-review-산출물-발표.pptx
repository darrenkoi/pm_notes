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설계 검증 체크리스트 (6질문 × 판정 · 근거)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63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원문 10의 3대 점검(역할 구분·병목 개선·제약 다각도)에 본 과제 고유 3점검(KSF 명확·전략 추적성·가치 정량)을 더한 6질문.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질문은 고정, 판정·근거만 채운다.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✅ = 출처 파일이 답함 / △ = 구조는 잡혔으나 값 placeholder / ❌ = 회귀 보강.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23287"/>
          <a:ext cx="11185852" cy="34270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점검 질문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근거 — 어느 산출물이 답하나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AI·사람 역할이 Task별로 명확히 구분되는가?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#08 🤖/🧑 Swimlane(②~⑥=AI / ①·⑦·예외=사람) + #02 AI 대체 판정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최대 병목 구간을 개선하는가?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#03 ⑥ 최대 병목 식별 → #07 s₆=최대 → #08 ⑥ VLM 실시간 재정합 대체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제약을 다각도로 검토하는가?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#09 4관점(업무 프로세스·데이터·시스템/인프라·조직 문화) 장애·선결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KSF가 선결 조건 위주로 명확한가?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#09 선결 우선순위 #1~#4 + #05 준비계획 구체성(PoC)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과제가 전략에서 연역됐는가(추적성)?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#01 Top-Down 연계표(출발) ↔ #06 과제정의 각 필드(도착)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96277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가치가 정량화됐는가?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#05 ROI=ΔS×N 구조는 잡힘, 값은 placeholder(τ/s/r/N) → 캠프 실측 시 ✅ (현 단계 △ 정상)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60109"/>
            <a:ext cx="11185855" cy="60985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판정 결론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✅ 5 + △ 1. 모든 질문이 가리키는 출처 파일이 답을 내므로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12개 산출물은 한 줄(전략→Pain→근본원인→과제정의→To-Be→KSF→일정)로 모순 없이 꿰인다.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#6의 △는 결함이 아니라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설계 깊이의 경계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(실측은 캠프 확정) — B-3 후속 작업으로 이월.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교차 정합성 스팟체크 + 마무리 (패키징·발표·피드백 루프)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질문-답 매핑 외에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파일 간 값이 서로 어긋나지 않는지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(불일치 = 설계 오류) 검산한다.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33727"/>
          <a:ext cx="11185854" cy="1697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검산 항목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대조 대상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기대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AI 수행 범위 ②~⑥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#06 적용범위 ↔ #08 🤖 레인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동일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사람 최종 승인 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#08 🧑 레인 ↔ #09 조직문화 선결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동일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운영 기준 θ/τ/r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#08 운영기준 ↔ #09 선결 ↔ #10 Test 프로토콜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같은 변수·정의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KSF 4관점 ↔ 일정 테마 레인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#09 4관점 ↔ #10 칸반 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1:1 정렬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placeholder 표기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전 파일 (τ/s/r/N·&lt;담당 임원&gt;)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지어낸 수치 없음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440807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B. 마무리 — 피드백 루프 (placeholder 확정 = △→✅ 후속 작업)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3840094"/>
          <a:ext cx="11185852" cy="141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확정 대상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placeholder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확정 주체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반영 위치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Champion(담당 임원)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&lt;담당 임원&gt;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조직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#06 담당임원 필드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신뢰도·재정합 임계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θ, 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엔지니어(캠프)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#08 운영기준 · #09 선결 · #10 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As-Is/To-Be 소요시간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s, s′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실측(Phase 0~1)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#07 · #08 · #05 ROI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재시도 임계·처리량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r, 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엔지니어·파일럿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#08 · #05 수익성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364282"/>
            <a:ext cx="11185855" cy="60985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패키징·발표·루프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#00 README가 11산출물을 한 묶음으로 인덱싱(인덱스↔파일 일치=패키징 검증) / 각 산출물(표·플로우·칸반)을 1산출물=1~2장 장표로 변환(PPTX 호환).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업데이트 루프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: 캠프 피드백 → placeholder 입력 → 해당 #0N 수정 → #6 재검산 → #00 last_updated 갱신 ⇒ #6 △→✅.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