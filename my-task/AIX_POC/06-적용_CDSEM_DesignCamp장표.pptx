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"저희 과제는 CD-SEM Recipe Creation, 그중에서도 실측이 시작될 때 좌표가 틀어지고 패턴을 잘못 인식해 엔지니어가 반복 수정하는 구간을 VLM으로 자동화하는 것입니다. 핵심 메시지 하나만 기억해 주십시오 — 완전자동화가 아니라, 반복은 AI가 하고 예외 판단·최종 검증은 사람이 하는 Human-in-the-loop입니다. 구분은 Production, 담당은 ITC AIX/MI입니다."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"왜 이 과제냐? 캠프 3대 원칙으로 걸러봤습니다. 가치 — 조직 목표인 셋업 리드타임 단축에 바로 꽂힙니다. 데이터 — 새로 수집할 게 아니라 이미 쌓여 있는 SEM 이미지와 reference recipe로 됩니다. 인간 — 엔지니어를 빼는 게 아니라, 야간·주말 반복 셋업을 AI가 메워 사람을 더 가치 있는 판단에 쓰게 합니다. 특히 24시간 무중단이 되면 효율화를 넘어 처리량 상한 자체가 올라갑니다."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과제가 위에서 내려온 것임을 보여드립니다. 조직 목표는 신규 공정 셋업 리드타임 단축입니다. 거기서 업무 목표 — 처리량 확대, 숙련도 편차 제거, 24시간 무중단 — 가 나오고, 이걸 좌우하는 핵심 업무가 CD-SEM Recipe Creation입니다. 그 안에서 AI가 칠 후보가 VLM GUI 제어 기반 Recipe 자동 생성과 좌표 자동 보정입니다. 바텀업 아이디어가 아니라 Top-Down 연계라는 점을 강조하고 싶습니다."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"업무를 캠프 방식대로 5레벨로 쪼갰습니다. 중요한 건 L4를 셋업만이 아니라 의뢰 접수부터 양산 Run, 모니터링까지 전 구간으로 펼쳤다는 점입니다. 그래야 어디에 Pain이 있는지 빠짐없이 봅니다. 그 위에서 AI를 꽂을 L5 후보를 찍으면 — 핵심은 셋업의 ③ 패턴, ④ 좌표, ⑥ 오인식이고, 모니터링의 실시간 이상탐지는 차기 후보입니다. 다음 장에서 전체 SOP를 펼쳐 보이겠습니다."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"표준 업무 절차 전체입니다. 앞서 지적받은 대로 셋업 한 토막이 아니라 A 의뢰 접수 → B 셋업 → C 양산 Run → D 모니터링까지 펼쳤습니다. 보시면 빨간 표시, 즉 병목은 B 셋업의 ③④⑥에 몰려 있고, D 모니터링은 사람이 주기적으로 들여다봐서 이상을 늦게 잡는 공백입니다. C 양산 Run은 등록된 Recipe로 자동으로 돌아 손이 거의 안 갑니다. 그래서 자동화 1순위는 B 셋업, 차기는 D 모니터링으로 가닥이 잡힙니다. A 의뢰서는 MIDAS 전산화가 별도 프로젝트라 저희는 부족정보 플래깅으로만 연계합니다."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"Pain Point도 셋업 한 군데만 본 게 아니라 A부터 D까지 전 단계를 훑어 표로 깔았습니다. 빨간 점이 많을수록 아픈 곳인데, 압도적인 1위가 B-⑥ 오인식 수정 반복입니다 — 빈도·공수·숙련 의존이 다 높습니다. 그다음이 셋업의 ③④, 그리고 모니터링 D-1입니다. 반대로 C 양산 Run은 파란색, 별로 안 아픕니다. 이렇게 넓게 펼쳐 놓고 다음 장에서 점수로 우선순위를 매깁니다."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"'왜를 세 번 파라'를 적용했습니다. ⑥이 오래 걸리는 진짜 이유는 게으름이 아니라, 템플릿을 잘 만들어도 실측이 시작되면 좌표가 통째로 밀리고 align이 실패하기 때문입니다. 숙련 편차, 야간 공백, 모니터링 지연도 같은 식으로 원인을 팠습니다. 결국 셋업 쪽 원인은 (a) 패턴 인식 실패와 (b) 좌표·박스 오류 두 가지로 수렴합니다 — 그래서 PoC도 정확히 이 둘을 검증합니다."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"이제 점수로 좁힙니다. 후보 다섯 개를 같은 잣대 — 빈도·심각성·주요성, 구현 난이도, 비용 효율 — 로 줄 세웠습니다. 여기 高/中/低는 저희 예비 평가이고, 실제 1~5 점수와 가중치는 캠프에서 엔지니어와 확정할 자리로 비워뒀습니다. 결과를 보면 B-⑥ 오인식 수정이 모든 고통 항목에서 高로 1순위로 떨어집니다. ③④는 ⑥과 같은 VLM Agent로 묶고, 모니터링 이상탐지는 차기, 의뢰서 플래깅은 보조, 양산 Run은 제외했습니다. 결론만 던진 게 아니라 왜 ⑥인지 점수로 보여드린다는 게 이 장의 핵심입니다."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"여기서부터 Track B, 실행 구체화입니다. 캠프 표준 과제 정의서 한 장입니다. 위는 행정 정보, 아래가 핵심인데 — Pain Point와 Big Why를 양식이 강제로 적게 합니다. 그래서 '⑥이 병목'에서 멈추지 않고 'shift·align 실패 = 패턴 인식과 좌표 오류'까지 명시했습니다. AI Agent 칸을 보시면 대상은 ②~⑥, 요구사항은 판독+GUI 제어+재정합, 범위는 reference가 있는 layer부터 점진 확장입니다. 한 번에 전 공정이 아니라 검증된 데서 넓혀갑니다."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"이게 To-Be의 핵심 그림입니다. 가로로 ①~⑦, 각 칸이 로봇이냐 사람이냐로 색이 나뉩니다. ②부터 ⑥까지 연속 다섯 칸을 하나의 VLM Agent가 GUI를 직접 제어하며 수행하고, ①과 ⑦, 그리고 임계값을 넘는 예외는 사람입니다. 캠프 점검 기준이 '최대 병목에 AI를 놓았는가'인데, 보시다시피 ⑥에 정확히 AI를 배치했습니다. 그리고 오인식이 기준을 넘으면 무리하지 않고 엔지니어에게 핸드오프합니다 — 이게 Human-in-the-loop의 실제 모습입니다."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"성공하려면 반드시 충족할 조건을 우선순위로 정리했습니다. 1순위가 좌표 재정합 정확도 — 앞서 ⚠️로 짚은 그 리스크입니다. 2순위 GUI 제어 안정성, 3순위 예외 핸드오프 기준, 4순위 의뢰서 표준화 순입니다. 제약은 캠프 가이드대로 기술만 적지 않았습니다. 조직(운영팀 협업·엔지니어 신뢰), 비용(GPU·섀도우 환경), 정책·보안(장비 제어 권한·DRM)까지 4측면 다 봤습니다. 특히 외부 LLM이 막혀 있어 사내 Qwen3-VL만 쓴다는 게 큰 전제입니다."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"일정은 KSF 순서를 그대로 단계로 바꿨습니다. Phase 0가 게이트입니다 — 실 장비 안 건드리고 오프라인 이미지만으로 좌표 정확도를 검증하고, 여기서 기준 미달이면 GUI 제어 개발에 돈을 쓰기 전에 과제를 재설계합니다. 통과하면 Phase 1에서 단일 layer부터 자동 생성, Phase 2에서 ⑥ 본격 자동화와 예외 핸드오프, Phase 3에서 layer를 넓히고 운영에 넘기며 모니터링 이상탐지를 차기 후보로 붙입니다. 싸고 위험한 것부터 먼저 깬다 — 이게 일정의 철학입니다."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"마지막으로 캠프 자가 점검 세 가지를 통과했는지 확인합니다. 하나 — AI와 사람 역할이 Task별로 분명한가? Swimlane에 1:1로 박혀 있습니다. 둘 — 제일 오래 걸리던 구간에 AI를 놓았는가? ⑥에 정확히 놓았습니다. 셋 — 제약을 기술만 보지 않고 다각도로 봤는가? 4측면 다 적었습니다. 세 개 모두 ✅, 설계 수준의 검토는 끝났습니다. 남은 건 숫자로 증명하는 것, 다음 장입니다."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"부록이지만 가장 중요한 장입니다. 1순위 리스크를 어떻게 검증할지 실험을 설계했습니다. 핵심 두 가지 — 첫째, GUI 제어를 빼고 '이미지에서 좌표를 맞히는 능력'만 격리해 봅니다. 그래야 실패해도 원인이 분명하고 실 장비도 안 건드립니다. 둘째, 합격선 τ·s·r 같은 숫자는 제가 정하지 않습니다 — 측정박스 마진과 공정 스펙에 달려 있어 엔지니어가 확정할 자리로 비워뒀습니다. 결과가 미달이면 fine-tune이나 전용 모델로 방향을 틉니다. 오늘 보고드리는 건 이 실험의 설계까지이고, 실행과 수치는 다음 단계입니다."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"정리하겠습니다. 반복은 AI, 판단은 사람으로 CD-SEM 셋업의 최대 병목을 자동화하는 과제이고, 무리한 완전자동화 대신 가장 위험한 가정부터 싸게 검증하는 계획입니다. 오늘 이 자리에서 결정해 주셨으면 하는 건 다섯 가지 — Champion 지정, PoC 합격 기준 확정, 선정 점수 확정, 데이터·섀도우 환경 승인, 운영팀 협업 채널입니다. 이게 모이면 바로 Phase 0 PoC에 들어갈 수 있습니다. 감사합니다."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VLM GUI-제어 기반 </a:t>
            </a:r>
            <a:r>
              <a:rPr sz="1500" b="0">
                <a:solidFill>
                  <a:srgbClr val="1F497D"/>
                </a:solidFill>
                <a:latin typeface="맑은 고딕"/>
              </a:rPr>
              <a:t>CD-SEM Recipe Creation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611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실측 좌표 재정합·오인식 수정을 AI가 수행하고, 엔지니어는 예외만 개입한다 (Human-in-the-loop)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93341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☐ Marketing ☐ R&amp;D ■ </a:t>
                      </a:r>
                      <a:r>
                        <a:rPr sz="1100" b="0">
                          <a:solidFill>
                            <a:srgbClr val="1F497D"/>
                          </a:solidFill>
                          <a:latin typeface="맑은 고딕"/>
                        </a:rPr>
                        <a:t>Production</a:t>
                      </a:r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 ☐ Support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담당 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ITC AIX / 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Champion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발표일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New AI Design Camp (2026)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334637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한 줄 정의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VLM이 SEM 화면을 직접 보며 GUI를 클릭·입력해 Recipe를 생성하고,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실측 시작 시 발생하는 좌표 shift·align 실패·패턴 오인식을 실시간으로 재정합·수정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한다. 완전자동화는 목표가 아니다.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왜 이 과제인가 (Baseline 3대 원칙 충족)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과제는 개인 흥미가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3대 원칙(가치·데이터·인간 중심)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으로 검증한다. (출처: 원문 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원칙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이 과제에서의 충족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가치 중심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공정 셋업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리드타임 단축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(조직 목표)에 직결. 최대 병목(오인식 수정 반복 ⑥)을 정조준.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데이터 중심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화면 이미지·reference recipe 등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이미 존재하는 가용 데이터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로 동작. 추측 설계가 아님.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인간 중심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엔지니어를 대체하지 않고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확장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— 반복 셋업은 AI, 예외 판단·최종 검증은 사람.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62959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➕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단순 효율화를 넘는 지점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사람의 작업시간이라는 물리적 제약을 풀어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24h 무중단 셋업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을 가능케 한다 → 처리량의 상한 자체를 끌어올린다.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1] 조직목표 ↔ 과제 연계 (Top-Down)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템플릿(원문 04)을 그대로 미러링 — 조직 목표 → 업무 목표 → 핵심 업무 →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AI 대상 후보 과제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2" cy="979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조직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업무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관련(핵심) 업무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AI 대상 후보 과제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9627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신규 공정 셋업 리드타임 단축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• MI Recipe Setup 처리량 확대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• 숙련도 편차 제거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•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24h 무중단 셋업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(작업시간 제약 돌파)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CD-SEM Recipe Creation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VLM GUI-제어 기반 Recipe 자동 생성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+ 실측 좌표/align 자동 보정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710560"/>
            <a:ext cx="11185855" cy="80924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조직 목표            →  업무 목표                  →  핵심 업무            →  AI 대상 후보 과제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신규 공정 셋업          MI Recipe Setup 처리량 확대     CD-SEM Recipe           VLM GUI-제어 기반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리드타임 단축           + 숙련도 편차 제거              Creation                Recipe 자동 생성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(핵심)                  + 24h 무중단 셋업                                       + 실측 좌표/align 자동 보정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2~3] L1~L5 프로세스 분해 (End-to-End) · AI 배치 후보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템플릿(원문 05)을 미러링 — AI 개입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최소 단위는 L5(Task)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 L4를 셋업만이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의뢰 접수~모니터링 End-to-End로 펼친 뒤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배치 후보를 식별.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5" cy="1185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L1 (Mega)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L2 (Group)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L3 (Process)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L4 (Activity)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L5 (Task) — </a:t>
                      </a:r>
                      <a:r>
                        <a:rPr sz="1100" b="0">
                          <a:solidFill>
                            <a:srgbClr val="1F497D"/>
                          </a:solidFill>
                          <a:latin typeface="맑은 고딕"/>
                        </a:rPr>
                        <a:t>AI 배치 후보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90297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계측(MI) 운영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Recipe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Recipe Creation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&amp; Operation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[A] 의뢰 접수 → [B] 셋업①~⑦ → [C] 양산 Run → [D]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B-③ 패턴 등록 · B-④ 좌표·박스 · B-⑥ 오인식 수정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D-① 실시간 이상탐지(차기) · A-2 의뢰서 플래깅(보조)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917253"/>
            <a:ext cx="11185855" cy="97497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L1 계측(MI) 운영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└ L2 CD-SEM Recipe Management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└ L3 Recipe Creation &amp; Operation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└ L4 : [A] 의뢰 접수·검토 → [B] Recipe 셋업(①~⑦) → [C] 양산 Run → [D] 모니터링·이상대응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└ L5(AI 후보) : B-③ 패턴 · B-④ 좌표·박스 · B-⑥ 오인식 수정 (핵심) / D-① 이상탐지(차기)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End-to-End 표준 업무 절차(SOP) · 병목·공백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Recipe Creation 셋업만이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의뢰 접수→셋업→양산 Run→모니터링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전체를 펼침. ❗ = 병목/공백. ([B] 셋업 ①~⑦은 엔지니어 확정 / [A]·[C]·[D] 세부는 확인 필요)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1663"/>
            <a:ext cx="11185855" cy="1969388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[A] 의뢰 접수·검토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A1 공정/소자 엔지니어가 MIDAS에 측정 의뢰서 제출 (도면·측정위치·파라미터·측정방식, 현재 PPT)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A2 계측 엔지니어 의뢰서 접수·정보 충분성 검토 (부족 시 문의·반려)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[B] Recipe 셋업  (= As-Is ①~⑦)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① 레이어/패턴 확인  ② Recipe 생성·웨이퍼 로드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③ Alignment/Addressing 등록 ❗   ④ 좌표·박스·알고리즘 ❗   ⑤ 이미징 조건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⑥ 시험측정(Try)→오인식/실패 수정 (반복) ❗❗ 최대병목     ⑦ 저장·등록·검증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[C] 양산 Run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C1 양산 로트 측정 실행 (등록 Recipe 자동 측정)   C2 결과 수집·1차 판정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[D] 모니터링·이상 대응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D1 측정 안정성 모니터링(재현성·드리프트) ❗ 공백   D2 이상 원인 분석   D3 보정·재셋업 → [B] 피드백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700779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자동화 시사점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 의뢰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입력 품질이 셋업 난이도 좌우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부족정보 플래깅(보조). MIDAS 전산화는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외부 변수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병목 집중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(③④⑥)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1순위 자동화 대상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등록 Recipe로 자동 실행, 수작업 적음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자동화 여지 낮음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주기점검 의존 → 늦은 발견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차기 후보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(실시간 이상탐지)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4] 망라적 Pain Point 리스트 (SOP 단계별)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선택된 가지 하나가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A~D 전 단계 Pain을 빠짐없이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깐다(캠프 원문 08 양식). 🔴 = 심각도 예비 표기 — 정량 점수는 다음 장.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2" cy="1980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Pain Point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심각도(예비)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 의뢰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정보 부족·표준 미흡 → 셋업 시 재문의·추측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숙련도 편차의 입력측 원인 (MIDAS 연계)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B-③④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패턴 등록·좌표/박스 설정이 수작업·숙련 의존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셋업 병목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B-⑥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시험측정 후 오인식/실패 수정 반복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🔴🔴🔴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최대 병목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(빈도·공수·숙련 모두 높음)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 전반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야간/주말 셋업 공백 (작업시간 제약)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처리량 상한 제약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셋업 부실 시 오측 유발 (Run 수작업은 적음)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🔵 낮음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자동화 여지 적음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D-1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이상 탐지가 사람 주기점검 의존 → 늦은 발견·야간 공백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신규 자동화 후보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5~6] 근본원인(3-Why) → 해결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상위 Pain을 근본 원인까지 파고들어 해결 아이디어로 연결 (캠프 원문 08).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4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Pain Point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근본 원인 (3-Why)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해결 아이디어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오인식 수정 반복(B-⑥)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템플릿을 미리 만들어도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실측 시작 시 전체 좌표 shift / align 실패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VLM이 SEM 이미지로 실시간 좌표 재정합·재align, 오인식 자동 수정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숙련도별 해석 편차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표준 판단기준 부재 + 의뢰서 불명확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일관 기준 수행 + 의뢰서 부족정보 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야간/주말 셋업 공백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작업시간 물리적 제약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 24h 무중단, 사람은 예외만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모니터링 늦은 발견(D-1)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실시간 자동 감시 부재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(차기) 실시간 측정 이상탐지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52544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🔎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집중 근본 원인 = (a) 패턴 인식 실패 · (b) 측정박스/좌표 오류.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셋업 해결 아이디어 전부가 이 둘로 수렴.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7] 정량 우선순위화 &amp; 과제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망라한 Pain을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자동화 후보로 묶어 동일 잣대로 스코어링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고통(빈도·심각성·주요성)·구현 난이도·비용 효율(원문 01 교집합).</a:t>
            </a:r>
          </a:p>
          <a:p>
            <a:r>
              <a:rPr sz="1150" b="1">
                <a:solidFill>
                  <a:srgbClr val="334455"/>
                </a:solidFill>
                <a:latin typeface="맑은 고딕"/>
              </a:rPr>
              <a:t>高/中/低는 예비 평가(가설); 1~5 점수·가중치·종합점수는 캠프에서 엔지니어가 확정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(placeholder).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99158"/>
          <a:ext cx="11185848" cy="211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자동화 후보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빈도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심각성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주요성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구현 난이도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비용 효율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우선순위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오인식 수정 자동화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(VLM 재정합)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B-⑥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 (좌표정확도 리스크)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1순위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패턴·좌표 설정 자동화(VLM)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B-③④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2순위 (⑥과 동일 Agent)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실시간 측정 이상탐지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D-1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中~高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3순위 (차기)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부족정보 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A-2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보조 (MIDAS 연계)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양산 Run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C-1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이미 자동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1962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✅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선정 = B-⑥ 오인식 수정 자동화(+ B-③④ 묶음)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. D-1은 차기, A-2는 보조, C-1 제외.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1891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⚠️ 남은 리스크 = ⑥의 좌표 재정합 정확도 →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KSF#1 · Phase 0 PoC로 1순위 검증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(장표 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8] AI 과제 정의서 (1매)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과제 정의서 양식(원문 09)을 실제 값으로 채움 — Pain Point·Big Why가 양식에 명시적으로 들어가 가치·근본원인 중심 원칙을 강제.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4" cy="3677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 GUI-제어 기반 CD-SEM Recipe Creation 자동화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☐ Marketing ☐ R&amp;D ■ Production ☐ Support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Champion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담당 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ITC AIX / 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업무 목표(부문/팀)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공정 셋업 리드타임 단축 · 24h 무중단 셋업 · 숙련도 편차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핵심 업무 구조화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계측(MI) 운영 &gt; CD-SEM Recipe Management &gt; Recipe Creation (As-Is ①~⑦)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추진 배경(Pain Point)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시험측정 후 오인식/실패 지점 수정 반복(⑥)이 최대 병목 — 빈도·공수·숙련 의존 모두 높음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근본원인(Big Why)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템플릿을 미리 만들어도 실측 시작 시 전체 좌표 shift / align 실패 →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(a) 패턴 인식 실패, (b) 측정박스·좌표 오류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Agent — 대상 업무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 ②~⑥ (Recipe 생성·로드 ~ 오인식 수정)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Agent — 요구 사항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 판독 + GUI 직접 제어(클릭·입력) + 실측 좌표/align 실시간 재정합 + 오인식 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Agent — 적용 범위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Recipe 생성. reference recipe 있는 layer 우선, 점진 확장 (신규 공정은 엔지니어 협의 유지)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Agent — 기대 효과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병목(⑥) 공수↓ · 24h 무중단 처리량 상한 돌파 · 숙련도 무관 일관 기준 수행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9~10] As-Is → To-Be Swimlane (🤖 AI / 🧑 Human)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Swimlane 템플릿(원문 07)을 미러링 — 각 Task를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🤖 AI 수행 / 🧑 Human 수행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으로 구분. 범례: 🤖 AI Agent · 🧑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1663"/>
            <a:ext cx="11185855" cy="130644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 ①        ②         ③         ④         ⑤         ⑥          ⑦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의뢰서   Recipe     패턴      좌표·박스   이미징     오인식      저장·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검토     생성·로드   등록      ·알고리즘   조건       수정(반복)   검증·승인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🧑       🤖         🤖        🤖         🤖         🤖          🧑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(필요시)            ▲병목     ▲병목      (ref참고)   ▲최대병목   (최종)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                                    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                ── 예외(임계값 초과) ──▶ 🧑 엔지니어 핸드오프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037840"/>
          <a:ext cx="11185852" cy="2469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As-Is (사람)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To-Be (재정의)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수행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의뢰서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도면·스펙 수동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부족정보 자동 플래깅, 필요 시 사람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(필요시)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수동 생성, 샘플 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GUI 조작해 신규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 패턴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Align/Addressing 템플릿 수동 지정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SEM 화면 판독해 패턴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EP 좌표·박스·알고리즘 수동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좌표·박스 자동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⑤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reference 참고 또는 협의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reference 동일 시 VLM 자동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오인식 수정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시험측정→실패 지점 수동 반복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VLM이 실측 이미지 기반 좌표 재정합·재align·오인식 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저장·등록·검증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최종 검증·승인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11] KSF · 제약 사항 (4측면)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용어 정의(원문 10) 적용 — KSF = 반드시 선결할 핵심 성공 조건 / 제약 = 기술·조직·비용·정책·보안 다각도.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1663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KSF (선결 성공 조건 — 우선순위 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334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VLM 좌표 재정합 정확도가 엔지니어 수용 기준 이상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최대 리스크. 안 되면 ⑥ 자동화 자체가 성립 안 함.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PoC 1순위.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9262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GUI 제어(computer-use)의 안정적 장비 SW 연동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클릭·입력 신뢰성, 장비 SW 버전 의존성 관리.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9191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예외 핸드오프 기준의 명확화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"어느 정도 오인식이면 사람에게 넘기는가" 임계값(신뢰도/재시도) 정의.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20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4.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의뢰서 입력의 최소 표준화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부족정보 플래깅 동작을 위한 포맷 합의 (MIDAS 연계, 외부 변수).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90489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제약 사항 (4측면)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162167"/>
          <a:ext cx="11185854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측면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CD-SEM 과제의 실제 제약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외부 LLM API 전면 차단 → 사내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Qwen3-VL-8B/30B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만 / 정밀 좌표 재정합 정확도 / 배율·노이즈별 일반화 / GUI 자동제어 안정성(장비 SW 버전 의존) / DB 로컬 미가용 → 검증은 import·문법 수준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운영팀 협업 필수 / 엔지니어 신뢰 확보(⑦ 검증은 사람 유지) / 숙련 엔지니어 라벨·피드백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사내 VLM 추론용 GPU 자원 / 장비 다운타임 없이 검증할 오프라인·섀도우 환경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정책·보안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직접 제어 권한 및 안전 인터록(실 웨이퍼 영향 방지) / 사내 문서 99% DRM → 스크린샷+VLM 추출 / 개인정보·내부 규정 준수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[Step 12] 개발 일정 (Phase 0~3)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KSF 우선순위를 단계로 환산. 구체 일자는 별도 계획에서 확정.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1663"/>
            <a:ext cx="11185855" cy="130644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Phase 0  좌표 재정합 정확도 PoC (KSF#1)  — 섀도우 환경, 실 장비 영향 0   → 실험 설계: 장표 13 / 05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     판단 게이트: 수용 기준 미달 시 과제 재설계 / 충족 시 진행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Phase 1  단일 layer Recipe 자동 생성 (②~⑤) + ⑥ 부분 자동화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Phase 2  ⑥ 오인식 수정 본격 자동화 + 예외 핸드오프(KSF#3) 도입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Phase 3  layer 확장 · 운영 이관 · 의뢰서 표준화 연계(KSF#4) · D-1 모니터링 이상탐지(차기 후보)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78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✋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No-Regret 원칙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가장 비싸고 위험한 가정(좌표 정확도)을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Phase 0에서 가장 싸게(오프라인 이미지만)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먼저 깬다. 미달이면 GUI 제어 개발에 자원을 쓰기 전에 멈춘다.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Check &amp; Review (설계 자가 점검 3종)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캠프 3대 점검(원문 10)을 본 과제에 적용 — 전부 통과해야 설계 완료.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1663"/>
          <a:ext cx="11185854" cy="1338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점검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CD-SEM 적용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① AI·사람 역할의 명확한 구분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 ②~⑥ GUI 제어·재정합·오인식 수정 / 🧑 ① 의뢰서 검토·예외 핸드오프·⑦ 검증. Swimlane에 Task별 1:1 명시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② 시간 최다 구간 개선 여부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 최대 병목 ⑥을 VLM 실시간 재정합으로 대체, 사람은 예외만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③ 제약 다각도 검토 여부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기술 + 조직 + 비용 + 정책·보안 4측면 모두 작성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[Appendix] KSF#1 좌표 재정합 PoC 실험 설계 (Phase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KSF#1을 검증하는 실험 설계(실행 아님). 상세: 05 PoC 실험설계.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1663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가설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H1: 사내 VLM(Qwen3-VL)이 shift/align 실패 상황에서도 좌표를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엔지니어 수용 기준(τ) 이내로 재정합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가능 / H0: 오차가 기준 초과로 ⑥ 자동화 불가.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095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격리 설계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GUI 제어(가정 A) 제외,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"이미지→좌표"(가정 B)만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검증 → 실 장비 영향 0, 실패 원인 분리.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20237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측정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성공 기준 (형식만 고정, 수치는 엔지니어 확정)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(a) 패턴 인식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오차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P95 ≤ τ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(τ = 측정박스/정렬 마진 기반)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(b) 측정박스·좌표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성공률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≥ s%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(shift/align 실패 케이스 복구율)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(c) 오인식 검출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recall ≥ r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+ false-alarm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≤ 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61533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판단 게이트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PASS(P95≤τ &amp; recall≥r)→Phase 1 / CONDITIONAL(일부 layer)→범위 좁혀 진행 / FAIL→과제 재설계(fine-tune·전용 모델·hybrid).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082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엔지니어 확정 필요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τ / s / r / f / 데이터 규모 N · layer 구성 / 정답 라벨 출처 · hard set 기준.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마무리 — Ask &amp;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한 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611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무엇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VLM GUI 제어로 CD-SEM Recipe Creation의 좌표 재정합·오인식 수정(⑥)을 자동화.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540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어떻게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②~⑥은 AI, ①·⑦·예외는 사람 (Human-in-the-loop).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469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검증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KSF#1(좌표 정확도)을 Phase 0 PoC로 가장 먼저 친다. 미달 시 멈춘다.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03979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Ask (의사결정 요청)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7565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Champion(담당 임원) 지정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&lt;담당 임원&gt;.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7494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PoC 수용 기준 확정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τ / s / r / f / N · layer 구성 (엔지니어 협의).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423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선정 정량 점수 확정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Pain별 빈도·심각성·주요성 + 난이도·비용 (1~5 점수·가중치).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351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4.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데이터·환경 승인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정답 라벨용 기존 Recipe·SEM 이미지 접근, 오프라인 섀도우 환경.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7280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5.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장비 운영팀 협업 채널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개설 — ⑦ 검증·라벨·피드백 루프.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72092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맑은 고딕"/>
              </a:rPr>
              <a:t>다음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43770"/>
            <a:ext cx="11185855" cy="31203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오늘(설계 합의) → 엔지니어 수치·점수 확정 → Phase 0 PoC 실행 → 게이트 판정 → Phase 1 착수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