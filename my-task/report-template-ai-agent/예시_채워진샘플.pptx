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안녕하십니까, 예시기술팀입니다. 상반기 로드맵에서 저희는 검사 리뷰 자동화·설비 로그 진단·리포트 초안 생성 3개 에이전트를 약속했고, 오늘 그 이행 결과를 보고드립니다.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검사 리뷰 자동화는 계획대로 PoC를 끝내고 한 라인에 붙였습니다. 로그 진단은 정확도가 목표에 못 미쳤는데, 학습 데이터가 특정 패턴에 쏠린 게 원인입니다. 리포트 생성은 인력이 다른 과제로 빠지며 착수가 늦었고, 이 부분은 솔직히 지연입니다.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예전엔 리뷰어가 모든 이미지를 다 봐야 했습니다. 지금은 에이전트가 걸러주고 사람은 의심 케이스만 봅니다. 한 라인 파일럿에서 직접 확인 물량이 320건에서 45건으로 줄었습니다. 계획했던 PoC는 끝났고, 남은 건 전 라인 상용화입니다.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가장 큰 리스크는 로그 진단의 데이터 편중인데, 이건 우리가 데이터 보강으로 잡을 수 있습니다. 하반기에는 검사 리뷰 자동화를 전 라인으로 넓히는 것을 반드시 넘기겠습니다.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리포트 생성 에이전트는 인력 배치 문제로 파일럿을 하반기로 넘겨, 상반기 로드맵 일정을 이 한 건 조정 요청드립니다.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141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부서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예시기술팀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발표 임원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팀장 홍길동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발표일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2026-07-15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리뷰 대상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2026 상반기 로드맵 이행 현황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상반기 로드맵 이행 총괄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3" cy="1544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7979"/>
                <a:gridCol w="1597979"/>
                <a:gridCol w="1597979"/>
                <a:gridCol w="1597979"/>
                <a:gridCol w="1597979"/>
                <a:gridCol w="1597979"/>
                <a:gridCol w="1597979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과제명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H1 계획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실적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이행도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미달 사유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하반기 방향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검사 리뷰 자동화 에이전트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PoC 완료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PoC 완료·1개 라인 확대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전 라인 상용 이관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95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설비 로그 진단 에이전트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진단 정확도 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정확도 68% (파일럿 라벨 500건 기준)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학습 로그 편중, 희소 이상 미검출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데이터 보강 후 재학습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95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리포트 초안 생성 에이전트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파일럿 착수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요구정의만 완료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담당 인력 타 과제 투입으로 착수 지연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Q3 파일럿 재개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89122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이행도 모수: 검사 리뷰 = "PoC 완료" 자체를 100, 로그 진단 = 목표 정확도 80% 대비, 리포트 = 파일럿 착수 단계 대비.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76345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총평 (부서 롤업):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3개 과제 · 🟢 1 / 🟡 1 / 🔴 1 — 1개 정상 이행, 로그 진단은 데이터 편중으로 부분 이행, 리포트는 인력 배치로 지연.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대표 과제 심화 — 검사 리뷰 자동화 에이전트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한 줄 요약: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검사 이미지 리뷰를 사람이 눈으로 판정하던 과정을 VLM 에이전트가 1차 선별하도록 자동화.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33727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As-Is (도입 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리뷰어가 이미지를 전수 육안 판정 → 물량 몰릴 때 대기·판정 편차 발생.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33014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To-Be (도입 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에이전트가 정상/이상 1차 선별, 사람은 이상 후보만 확인 → 리뷰어는 판단에만 집중.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1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증거 (효과):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리뷰어 직접 확인 물량 주 320건 → 45건 (약 86%↓). 파일럿 라인 기준, 리뷰 대기시간도 눈에 띄게 단축.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1588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사용범위 (수용도):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파일럿 1개 라인·리뷰어 3명이 상시 사용 중. "의심 케이스만 보면 돼 판정이 편해졌다"는 현업 피드백.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30875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vs 계획: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상반기 계획(PoC 완료) 달성. 다만 상용 이관은 하반기 과제로 남음.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이슈·리스크 · 하반기 중점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주요 이슈·리스크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33727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[통제가능] 로그 진단 에이전트: 학습 데이터가 흔한 이상 패턴에 편중 → 데이터 보강으로 해소 가능.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33014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[외부의존] 리포트 생성 에이전트: 전담 인력이 타 과제에 묶여 있어, 인력 재배치 없이는 하반기도 지연 가능.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1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하반기 중점 방향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(대표 1개 마일스톤까지)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1588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검사 리뷰 자동화: Q3 3개 라인 확대 → Q4 전 라인 상용 이관 / 완료 기준: 전 라인에서 리뷰어 직접 확인 물량 80%↓ 유지.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30875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로그 진단: 희소 이상 데이터 보강 후 재학습으로 정확도 80% 재도전.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부록: 로드맵 수정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565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변경 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변경 전 → 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사유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리포트 초안 생성 에이전트 일정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H1 파일럿 → H2(Q3) 파일럿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상반기 인력 배치 지연으로 착수 이월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