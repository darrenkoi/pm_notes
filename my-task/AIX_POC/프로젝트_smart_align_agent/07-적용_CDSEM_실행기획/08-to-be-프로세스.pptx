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To-Be 프로세스 정의 · Swimlane (🤖 AI / 🧑 Human) + 운영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프로세스 정의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As-Is ①~⑦와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같은 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위에서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①·⑦은 사람(🧑), ②~⑥은 VLM(🤖)이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SEM 화면을 판독하며 GUI를 직접 제어해 연속 수행하고, 임계(θ·τ·r)를 벗어난 예외만 엔지니어에게 핸드오프하는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Human-in-the-loop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. As-Is 최대 병목 ⑥(반복 수정)을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VLM 실시간 재정합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으로 정조준한다.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328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To-Be Swimlane (🤖/🧑 레인 × 단계 ①~⑦)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같은 단계 축에서 ①·⑦만 🧑, ②~⑥은 🤖 연속 자동.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322574"/>
          <a:ext cx="11185848" cy="1262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  <a:gridCol w="139823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레인 ＼ 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① 의뢰서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② 생성·로드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③ 패턴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④ 좌표·박스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⑤ 이미징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⑥ 재정합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⑦ 저장·승인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🧑 Human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 검토·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플래깅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 최종검증·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승인 ◀게이트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🤖 AI (VLM)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●━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━● 실시간</a:t>
                      </a:r>
                    </a:p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94364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흐름·핸드오프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② ─▶ ③ ─▶ ④ ─▶ ⑤ ─▶ ⑥ : 하나의 VLM Agent가 SEM 화면을 판독해 GUI를 직접 제어하며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연속 자동 수행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(⑥은 좌표 shift·패턴 오인식을 실시간 재정합·자동 수정).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예외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(θ·τ 미달 또는 재시도 r 초과) → 🧑 엔지니어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→ 수동 보정 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⑦ 승인 게이트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로 복귀. 완전자동화 아님 — Human-in-the-loop.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5908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운영 기준 (θ·τ·r·승인 게이트)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②~⑥ 자동 수행이 폭주하지 않도록 게이팅한다. 기호는 #09 KSF·05 PoC 측정 변수와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동일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(설계 일관성).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758369"/>
          <a:ext cx="11185852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화면매칭 신뢰도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(GUI 인식·제어)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미달 시 재시도 또는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정확도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(좌표 재정합·오인식 수정)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KSF#1 수용 기준 = 05 PoC 변수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재시도 횟수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②~⑥ 공통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 초과 = 예외 핸드오프(#09 KSF#3)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승인 없이는 Recipe 등록 불가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선결조건(⑦ 사람 승인 유지)과 일치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As-Is → To-Be 확장 테이블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적용 AI는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사내 LLM만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(Kimi-K2.5·Qwen3-VL), 시스템은 ①(MIDAS) 외 전 단계 CD-SEM 장비 GUI, 운영 기준(θ/τ/r)은 장표 1, 수치는 placeholder.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5" cy="3089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To-Be 수행 (재정의)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AI 기술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s′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의뢰서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부족정보 자동 플래깅, 필요 시 사람 검토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Kimi-K2.5(텍스트 파싱) + VLM(도면 판독)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GUI 조작해 신규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 패턴 등록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화면 판독해 Align/Addressing 패턴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(구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EP 좌표·측정박스·알고리즘 자동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⑤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ref 동일 시 배율·전압·FOV 자동 적용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실시간 재정합 (구 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shift·패턴 오인식 실시간 재정합·자동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Qwen3-VL-30B 정밀 비전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저장·검증·승인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최종 검증·승인·Recipe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(VLM 자가점검 리포트 보조)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s′₇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33363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▸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예외 핸드오프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θ·τ 미달 또는 재시도 r 초과 → 🧑 엔지니어 핸드오프 → 수동 보정 후 ⑦ 승인 복귀 (운영 기준 θ/τ/r = 장표 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20586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절감폭 ΔS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ΣS′=s′₁+…+s′₇, As-Is 대비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ΔS=ΣS−ΣS′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→ #05 수익성(ROI≈ΔS×N)·#10 기대효과 백데이터. ΔS 대부분은 ⑥(s′₆ ≪ s₆).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#06 스코프 구분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06의 주 400건·5→1분 은 ⑥ 중 Align fail 1차 PoC(측정 10%) → 1차 PoC ROI=400건×4분(06 종결), 전체 ROI=ΔS×N(#05) 별도 — 1차 PoC ⊂ 전체.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